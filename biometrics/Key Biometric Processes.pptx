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0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04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77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45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45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12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01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49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25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59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3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58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1A57E-7DDE-4823-B06E-4E4FD8CF51A4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F452C-A56C-4A55-B4C3-C801D5D9D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22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Key Biometric Processes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11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Biometric Processes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 smtClean="0"/>
          </a:p>
          <a:p>
            <a:r>
              <a:rPr lang="en-IN" b="1" dirty="0" err="1" smtClean="0"/>
              <a:t>Enrollment</a:t>
            </a:r>
            <a:r>
              <a:rPr lang="en-IN" b="1" dirty="0" smtClean="0"/>
              <a:t> </a:t>
            </a:r>
            <a:r>
              <a:rPr lang="en-IN" b="1" dirty="0" smtClean="0"/>
              <a:t>Process</a:t>
            </a:r>
          </a:p>
          <a:p>
            <a:r>
              <a:rPr lang="en-IN" b="1" dirty="0"/>
              <a:t>Recognition </a:t>
            </a:r>
            <a:r>
              <a:rPr lang="en-IN" b="1" dirty="0" smtClean="0"/>
              <a:t>Process</a:t>
            </a:r>
          </a:p>
          <a:p>
            <a:pPr lvl="1"/>
            <a:r>
              <a:rPr lang="en-IN" b="1" dirty="0"/>
              <a:t>Verification (1:1 Matching)</a:t>
            </a:r>
            <a:endParaRPr lang="en-IN" dirty="0"/>
          </a:p>
          <a:p>
            <a:pPr lvl="1"/>
            <a:endParaRPr lang="en-IN" dirty="0" smtClean="0"/>
          </a:p>
          <a:p>
            <a:pPr lvl="1"/>
            <a:r>
              <a:rPr lang="en-IN" b="1" dirty="0"/>
              <a:t>Identification (1:N Matching)</a:t>
            </a:r>
            <a:endParaRPr lang="en-IN" dirty="0"/>
          </a:p>
          <a:p>
            <a:pPr lvl="1"/>
            <a:endParaRPr lang="en-IN" dirty="0" smtClean="0"/>
          </a:p>
          <a:p>
            <a:pPr lvl="1"/>
            <a:r>
              <a:rPr lang="en-IN" b="1" dirty="0"/>
              <a:t>Template Update and Maintenance</a:t>
            </a:r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6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Overview of Biometric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biometric system consists of four main processes</a:t>
            </a:r>
            <a:r>
              <a:rPr lang="en-US" dirty="0" smtClean="0"/>
              <a:t>: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63" y="2392589"/>
            <a:ext cx="10546237" cy="378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7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48219"/>
            <a:ext cx="10515600" cy="1325563"/>
          </a:xfrm>
        </p:spPr>
        <p:txBody>
          <a:bodyPr/>
          <a:lstStyle/>
          <a:p>
            <a:r>
              <a:rPr lang="en-IN" b="1" dirty="0"/>
              <a:t>1. </a:t>
            </a:r>
            <a:r>
              <a:rPr lang="en-IN" b="1" dirty="0" err="1"/>
              <a:t>Enrollment</a:t>
            </a:r>
            <a:r>
              <a:rPr lang="en-IN" b="1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7344"/>
            <a:ext cx="10515600" cy="5480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first step in any biometric </a:t>
            </a:r>
            <a:r>
              <a:rPr lang="en-US" b="1" dirty="0" smtClean="0"/>
              <a:t>system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Example:</a:t>
            </a:r>
          </a:p>
          <a:p>
            <a:pPr marL="0" indent="0">
              <a:buNone/>
            </a:pPr>
            <a:r>
              <a:rPr lang="en-US" dirty="0"/>
              <a:t>Enrolling your fingerprint in a smartphone - you place </a:t>
            </a:r>
            <a:r>
              <a:rPr lang="en-US" dirty="0" smtClean="0"/>
              <a:t>y</a:t>
            </a:r>
            <a:r>
              <a:rPr lang="en-US" dirty="0"/>
              <a:t>our finger multiple times on the sensor until the system captures enough data points.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4504"/>
            <a:ext cx="9669379" cy="250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6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5925"/>
            <a:ext cx="10515600" cy="1335338"/>
          </a:xfrm>
        </p:spPr>
        <p:txBody>
          <a:bodyPr/>
          <a:lstStyle/>
          <a:p>
            <a:r>
              <a:rPr lang="en-IN" b="1" dirty="0"/>
              <a:t>2. 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958"/>
            <a:ext cx="10515600" cy="518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Converting biometric data into a unique digital </a:t>
            </a:r>
            <a:r>
              <a:rPr lang="en-IN" b="1" dirty="0" smtClean="0"/>
              <a:t>template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In iris recognition, the system extracts patterns from the colored part of the eye, identifying unique features like furrows, crypts, and rings, then converts them into a binary code.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8059"/>
            <a:ext cx="8369967" cy="24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9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9883"/>
            <a:ext cx="10515600" cy="1325563"/>
          </a:xfrm>
        </p:spPr>
        <p:txBody>
          <a:bodyPr/>
          <a:lstStyle/>
          <a:p>
            <a:r>
              <a:rPr lang="en-IN" b="1" dirty="0"/>
              <a:t>3. Template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8989"/>
            <a:ext cx="10515600" cy="50379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Securely storing the biometric </a:t>
            </a:r>
            <a:r>
              <a:rPr lang="en-US" b="1" dirty="0" smtClean="0"/>
              <a:t>template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Your face template in Face ID is stored in a secure enclave on your iPhone, encrypted and never sent to Apple's servers or accessible by apps.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6" y="1732546"/>
            <a:ext cx="6790967" cy="26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7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00093"/>
            <a:ext cx="10515600" cy="1325563"/>
          </a:xfrm>
        </p:spPr>
        <p:txBody>
          <a:bodyPr/>
          <a:lstStyle/>
          <a:p>
            <a:r>
              <a:rPr lang="en-IN" b="1" dirty="0"/>
              <a:t>4. Matching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5470"/>
            <a:ext cx="10515600" cy="5632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Comparing live biometric data with stored </a:t>
            </a:r>
            <a:r>
              <a:rPr lang="en-US" b="1" dirty="0" smtClean="0"/>
              <a:t>template</a:t>
            </a:r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</a:p>
          <a:p>
            <a:r>
              <a:rPr lang="en-US" dirty="0"/>
              <a:t>When you unlock your phone with fingerprint, the system captures your print, extracts features, compares with stored template, and grants access if similarity score exceeds the threshold.</a:t>
            </a:r>
          </a:p>
          <a:p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1653"/>
            <a:ext cx="7208689" cy="28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5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Matching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546432" cy="21915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31436"/>
            <a:ext cx="8546432" cy="229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99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 Biometric Processes: Verification &amp; Identification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76817"/>
          </a:xfrm>
        </p:spPr>
        <p:txBody>
          <a:bodyPr/>
          <a:lstStyle/>
          <a:p>
            <a:r>
              <a:rPr lang="en-US" b="1" dirty="0" smtClean="0"/>
              <a:t>Verification (1:1 Matching)</a:t>
            </a:r>
          </a:p>
          <a:p>
            <a:r>
              <a:rPr lang="en-US" dirty="0" smtClean="0"/>
              <a:t>Asks: "Are you who you claim to be?" The user claims an identity and presents their biometric. The system compares it to a single, pre-stored template. This process is about confirming a declared identity.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07849"/>
          </a:xfrm>
        </p:spPr>
        <p:txBody>
          <a:bodyPr/>
          <a:lstStyle/>
          <a:p>
            <a:r>
              <a:rPr lang="en-US" b="1" dirty="0" smtClean="0"/>
              <a:t>Identification (1:N Searching)</a:t>
            </a:r>
          </a:p>
          <a:p>
            <a:r>
              <a:rPr lang="en-US" dirty="0" smtClean="0"/>
              <a:t>Asks: "Who are you?" The user presents their biometric, and the system searches the entire database to find a match among many. This is used when the identity is unknown.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5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12388"/>
            <a:ext cx="10515600" cy="1325563"/>
          </a:xfrm>
        </p:spPr>
        <p:txBody>
          <a:bodyPr/>
          <a:lstStyle/>
          <a:p>
            <a:r>
              <a:rPr lang="en-IN" b="1" dirty="0"/>
              <a:t>Real-World 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3175"/>
            <a:ext cx="10515600" cy="506378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Iris Recognition at Airport </a:t>
            </a:r>
            <a:r>
              <a:rPr lang="en-US" b="1" dirty="0" smtClean="0"/>
              <a:t>Security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8" y="1613431"/>
            <a:ext cx="7716249" cy="524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4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9882"/>
            <a:ext cx="10515600" cy="757820"/>
          </a:xfrm>
        </p:spPr>
        <p:txBody>
          <a:bodyPr/>
          <a:lstStyle/>
          <a:p>
            <a:r>
              <a:rPr lang="en-IN" b="1" dirty="0"/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0864"/>
            <a:ext cx="10515600" cy="55024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Environmental Factors</a:t>
            </a:r>
          </a:p>
          <a:p>
            <a:r>
              <a:rPr lang="en-IN" dirty="0"/>
              <a:t>Lighting conditions, noise, weather affecting capture </a:t>
            </a:r>
            <a:r>
              <a:rPr lang="en-IN" dirty="0" smtClean="0"/>
              <a:t>quality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5"/>
                </a:solidFill>
              </a:rPr>
              <a:t>User Cooperation</a:t>
            </a:r>
          </a:p>
          <a:p>
            <a:r>
              <a:rPr lang="en-IN" dirty="0"/>
              <a:t>Proper positioning, movement, user </a:t>
            </a:r>
            <a:r>
              <a:rPr lang="en-IN" dirty="0" smtClean="0"/>
              <a:t>behaviour </a:t>
            </a:r>
            <a:r>
              <a:rPr lang="en-IN" dirty="0"/>
              <a:t>affecting </a:t>
            </a:r>
            <a:r>
              <a:rPr lang="en-IN" dirty="0" smtClean="0"/>
              <a:t>accuracy</a:t>
            </a:r>
          </a:p>
          <a:p>
            <a:pPr marL="0" indent="0">
              <a:buNone/>
            </a:pP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chemeClr val="accent6">
                    <a:lumMod val="75000"/>
                  </a:schemeClr>
                </a:solidFill>
              </a:rPr>
              <a:t>Security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Threats</a:t>
            </a:r>
          </a:p>
          <a:p>
            <a:r>
              <a:rPr lang="en-IN" dirty="0"/>
              <a:t>Spoofing attacks, fake biometrics, replay </a:t>
            </a:r>
            <a:r>
              <a:rPr lang="en-IN" dirty="0" smtClean="0"/>
              <a:t>attacks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Privacy Concerns</a:t>
            </a:r>
          </a:p>
          <a:p>
            <a:r>
              <a:rPr lang="en-IN" dirty="0"/>
              <a:t>Data protection, unauthorized access, consent management</a:t>
            </a:r>
          </a:p>
        </p:txBody>
      </p:sp>
    </p:spTree>
    <p:extLst>
      <p:ext uri="{BB962C8B-B14F-4D97-AF65-F5344CB8AC3E}">
        <p14:creationId xmlns:p14="http://schemas.microsoft.com/office/powerpoint/2010/main" val="98378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356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Key Biometric Processes</vt:lpstr>
      <vt:lpstr>Key Biometric Processes</vt:lpstr>
      <vt:lpstr>Overview of Biometric System</vt:lpstr>
      <vt:lpstr>1. Enrollment Process</vt:lpstr>
      <vt:lpstr>2. Feature Extraction</vt:lpstr>
      <vt:lpstr>3. Template Storage</vt:lpstr>
      <vt:lpstr>4. Matching Process</vt:lpstr>
      <vt:lpstr>Types of Matching</vt:lpstr>
      <vt:lpstr>Key Biometric Processes: Verification &amp; Identification</vt:lpstr>
      <vt:lpstr>Real-World Application Flow</vt:lpstr>
      <vt:lpstr>Key Challenges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Biometric Processes</dc:title>
  <dc:creator>Sheena S</dc:creator>
  <cp:lastModifiedBy>Sheena S</cp:lastModifiedBy>
  <cp:revision>8</cp:revision>
  <dcterms:created xsi:type="dcterms:W3CDTF">2026-01-07T17:27:13Z</dcterms:created>
  <dcterms:modified xsi:type="dcterms:W3CDTF">2026-01-07T19:22:55Z</dcterms:modified>
</cp:coreProperties>
</file>